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2F36E5-C07A-F05A-0610-C0D50C9E8C85}" v="212" dt="2026-04-30T00:47:51.156"/>
    <p1510:client id="{D3FC19E6-45D5-954E-F29E-F7983D0BE218}" v="158" dt="2026-05-01T21:39:39.2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2DD581-95D3-AA56-F694-D88F91F4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650" y="353693"/>
            <a:ext cx="4282983" cy="1200361"/>
          </a:xfrm>
        </p:spPr>
        <p:txBody>
          <a:bodyPr anchor="b">
            <a:normAutofit/>
          </a:bodyPr>
          <a:lstStyle/>
          <a:p>
            <a:pPr algn="ctr"/>
            <a:r>
              <a:rPr lang="en-US" dirty="0" err="1">
                <a:latin typeface="Baskerville Old Face"/>
              </a:rPr>
              <a:t>DirectChat</a:t>
            </a:r>
            <a:br>
              <a:rPr lang="en-US" sz="3600" dirty="0">
                <a:latin typeface="Baskerville Old Face"/>
              </a:rPr>
            </a:br>
            <a:r>
              <a:rPr lang="en-US" sz="1200" dirty="0">
                <a:latin typeface="Baskerville Old Face"/>
              </a:rPr>
              <a:t>Landon Carlson</a:t>
            </a:r>
            <a:endParaRPr lang="en-US" sz="1400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1D4BF-2C36-08FA-8C25-B5A3602CA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2966" y="2097659"/>
            <a:ext cx="5537592" cy="356582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 err="1">
                <a:latin typeface="Baskerville Old Face"/>
              </a:rPr>
              <a:t>DirectChat</a:t>
            </a:r>
            <a:r>
              <a:rPr lang="en-US" sz="1800" dirty="0">
                <a:latin typeface="Baskerville Old Face"/>
              </a:rPr>
              <a:t> is a secure two-way messenger that allows two individuals to connect to a chatroom and message back and forth. The main idea was to understand and create the back-end code behind a simple messenger. So far, I am at the point where two individual tabs can be opened and can join the same chatroom. One creates the room, then the other inputs a room code to join the room. The next main step is to add the code to allow messages to be sent within the room.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4AFDB86-E3D0-6639-6C83-D0AFE0B0D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63" y="3573077"/>
            <a:ext cx="5931093" cy="262899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58C3C2-437F-95C9-5C3B-E5A5DE56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4" y="529375"/>
            <a:ext cx="6180667" cy="290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14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DirectChat Landon Carlson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94</cp:revision>
  <dcterms:created xsi:type="dcterms:W3CDTF">2026-04-29T23:59:42Z</dcterms:created>
  <dcterms:modified xsi:type="dcterms:W3CDTF">2026-05-01T21:40:12Z</dcterms:modified>
</cp:coreProperties>
</file>